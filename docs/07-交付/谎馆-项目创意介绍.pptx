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72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6085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F1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4A3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4A3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华为高校创新赛  ·  应用创新赛道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2801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7F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谎  馆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B3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LiarBar  ·  AI 荷官驱动的虚张声势社交博弈应用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788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 err="1">
                <a:solidFill>
                  <a:srgbClr val="E8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完整项目创意与方案介绍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32918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A7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本材料讲清：项目为什么做、是什么、怎么玩、互动与 AI 如何设计、鸿蒙如何落地、做成什么范围、如何推进。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42519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A6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HarmonyOS 原生  |  手机优先  |  方案讲解版（非现场演示分镜）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介绍结构：把整个项目讲完整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40080" y="12070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143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4447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痛点、赛题机会、切入角度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40080" y="20756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项目是什么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313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定位、用户、原则、不做清单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9443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880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31821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规则、牌局、循环、判定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40080" y="38130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749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互动系统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40507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四层环、出牌包、质疑、旁观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100584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983480" y="12070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23560" y="1143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方案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23560" y="14447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荷官 / 牌友 / 读心官与公平边界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187452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983480" y="20756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2356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鸿蒙落地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23560" y="2313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特性映射与赛题契合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274320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983480" y="29443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623560" y="2880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范围与架构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623560" y="31821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MVP、页面、技术取舍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361188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983480" y="38130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623560" y="3749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推进计划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623560" y="40507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里程碑、现状、请老师关注点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" y="48280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谎馆 LiarBar  ·  华为高校创新赛 · 应用创新  ·  完整项目方案介绍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680960" y="48280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为什么做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聚会博弈有需求，线上却常被「按钮化」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虚张声势类聚会游戏线下很爽，搬到手机后组织成本高、隐私差、互动薄。我们抓住这四个可产品化的问题：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91440" cy="640080"/>
          </a:xfrm>
          <a:prstGeom prst="rect">
            <a:avLst/>
          </a:prstGeom>
          <a:solidFill>
            <a:srgbClr val="6B1E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31520" y="15819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缺主持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94560" y="158191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要有人当庄控流程。一人掉线或没人愿意当庄，局就散。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30552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57200" y="2130552"/>
            <a:ext cx="91440" cy="640080"/>
          </a:xfrm>
          <a:prstGeom prst="rect">
            <a:avLst/>
          </a:prstGeom>
          <a:solidFill>
            <a:srgbClr val="6B1E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31520" y="22951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凑不齐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94560" y="229514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3～6 人即时局经常凑不满，想玩也开不起来。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43784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2843784"/>
            <a:ext cx="91440" cy="640080"/>
          </a:xfrm>
          <a:prstGeom prst="rect">
            <a:avLst/>
          </a:prstGeom>
          <a:solidFill>
            <a:srgbClr val="6B1E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31520" y="30083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怕偷看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94560" y="300837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手机看手牌时旁边一瞟就穿帮，寝室/饭局尤其尴尬。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557016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3557016"/>
            <a:ext cx="91440" cy="640080"/>
          </a:xfrm>
          <a:prstGeom prst="rect">
            <a:avLst/>
          </a:prstGeom>
          <a:solidFill>
            <a:srgbClr val="6B1E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31520" y="37216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只剩按钮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94560" y="372160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很多线上版只剩出牌/质疑，丢失「演、读、压」的核心乐趣。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48280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谎馆 LiarBar  ·  华为高校创新赛 · 应用创新  ·  完整项目方案介绍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80960" y="48280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为什么做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赛题机会与项目切入角度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赛题我们怎么读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小而美鸿蒙应用，可落地可答辩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场景实用：社交情感等明确点名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606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鼓励与 AI 创新融合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建议集成 3 个及以上鸿蒙特性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体验新颖，特性服务体验而非贴标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1A0F1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89204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4A3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我们的切入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8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 选骗子酒吧内核：局短、规则轻、张力强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1488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8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 AI 解决「谁当庄 / 人不够」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606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8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 互动层还原线下「演与读」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3063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8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 鸿蒙防窥、实况窗服务博弈刚需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3520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8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 砍掉全场景与 3D，优先可交付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48280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谎馆 LiarBar  ·  华为高校创新赛 · 应用创新  ·  完整项目方案介绍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680960" y="48280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项目是什么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产品定位：一句话讲清谎馆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1A0F1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4A3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7F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不用真人主持、手牌防偷窥、回合节奏可触达的鸿蒙「骗子酒吧」。玩家用动作演、用舆论压；AI 荷官负责控场、凑局与复盘。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135331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项目名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1170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谎馆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LiarBar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74520" y="2514600"/>
            <a:ext cx="135331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965960" y="265176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65960" y="3063240"/>
            <a:ext cx="1170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应用创新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2514600"/>
            <a:ext cx="135331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383280" y="265176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3063240"/>
            <a:ext cx="1170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HarmonyOS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 · 手机优先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514600"/>
            <a:ext cx="135331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800600" y="265176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063240"/>
            <a:ext cx="1170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轻量社交博弈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虚张声势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2514600"/>
            <a:ext cx="135331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217920" y="265176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主用户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3063240"/>
            <a:ext cx="1170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高校学生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寝室/饭局/社团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43800" y="2514600"/>
            <a:ext cx="135331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635240" y="265176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单局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35240" y="3063240"/>
            <a:ext cx="1170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3～8 分钟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60 秒上手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48280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谎馆 LiarBar  ·  华为高校创新赛 · 应用创新  ·  完整项目方案介绍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80960" y="48280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项目是什么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产品原则与明确不做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四条原则写进方案，用来约束功能取舍与答辩口径：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40080" y="1389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公平第一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64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胜负只认牌面规则与状态机，不让大模型当裁判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937760" y="1389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表演第二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664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动作与表情鼓励欺骗和误读，但不提供透视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212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单机可玩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4871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真人 + AI 即可完整体验与介绍，不绑多设备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10312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937760" y="2212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特性服务玩法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4871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鸿蒙能力解决真实痛点，拒绝为堆特性而堆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2A182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85800" y="3200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4A3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明确不做（防止范围爆炸）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3611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8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全场景接续作为主流程  ·  3D / 3DGS / 空间建模  ·  碰一碰作为必选组队  ·  复杂养成与技能板  ·  LLM 直接判定牌真假或胜负  ·  真金赌博  ·  首版强制语音房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48280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谎馆 LiarBar  ·  华为高校创新赛 · 应用创新  ·  完整项目方案介绍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48280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怎么玩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规则内核：宣称 → 扣牌 → 质疑 → 淘汰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内核对齐大众「骗子酒吧」类玩法，并做教学向简化：符号牌替代完整扑克，60 秒能讲懂。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2057400" cy="292608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783080" cy="365760"/>
          </a:xfrm>
          <a:prstGeom prst="roundRect">
            <a:avLst>
              <a:gd name="adj" fmla="val 12500"/>
            </a:avLst>
          </a:prstGeom>
          <a:solidFill>
            <a:srgbClr val="6B1E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宣称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214884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荷官指定本轮目标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例：本轮声称都出 A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Joker 永远算合法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1371600"/>
            <a:ext cx="2057400" cy="292608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2743200" y="1554480"/>
            <a:ext cx="1783080" cy="365760"/>
          </a:xfrm>
          <a:prstGeom prst="roundRect">
            <a:avLst>
              <a:gd name="adj" fmla="val 12500"/>
            </a:avLst>
          </a:prstGeom>
          <a:solidFill>
            <a:srgbClr val="6B1E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2743200" y="1600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出牌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70632" y="214884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轮流出 1～3 张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扣着出，他人不可见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可真可假，可带姿态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1371600"/>
            <a:ext cx="2057400" cy="292608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937760" y="1554480"/>
            <a:ext cx="1783080" cy="365760"/>
          </a:xfrm>
          <a:prstGeom prst="roundRect">
            <a:avLst>
              <a:gd name="adj" fmla="val 12500"/>
            </a:avLst>
          </a:prstGeom>
          <a:solidFill>
            <a:srgbClr val="6B1E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937760" y="1600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质疑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65192" y="214884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下家可继续或开牌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只验上家「本手」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第一手不可质疑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95160" y="1371600"/>
            <a:ext cx="2057400" cy="292608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7132320" y="1554480"/>
            <a:ext cx="1783080" cy="365760"/>
          </a:xfrm>
          <a:prstGeom prst="roundRect">
            <a:avLst>
              <a:gd name="adj" fmla="val 12500"/>
            </a:avLst>
          </a:prstGeom>
          <a:solidFill>
            <a:srgbClr val="6B1E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132320" y="1600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结算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59752" y="214884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有假：被质疑者掉命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全真：质疑者掉命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命尽出局，最后存活胜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48280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谎馆 LiarBar  ·  华为高校创新赛 · 应用创新  ·  完整项目方案介绍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80960" y="48280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怎么玩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牌局结构与默认数值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2120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1051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 4 人（可 AI 补位），支持 3～6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35608"/>
            <a:ext cx="52120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0080" y="15270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15270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 3 命；归零出局成为幽灵旁观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911096"/>
            <a:ext cx="52120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40080" y="20025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20025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 5 张；单次出 1～3 张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386584"/>
            <a:ext cx="52120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4780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牌面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24780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符号牌 A / K / Q + 万能 Joker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62072"/>
            <a:ext cx="52120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40080" y="29535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人牌堆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20240" y="2953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A×8、K×8、Q×8、Joker×4（共 28，发 20）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52120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40080" y="34290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20240" y="34290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单回合约 15 秒；超时自动出 1 张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813048"/>
            <a:ext cx="52120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40080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920240" y="39044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合法 ⇔ 牌面=宣称 或 牌面=Joker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52160" y="960120"/>
            <a:ext cx="2834640" cy="3337560"/>
          </a:xfrm>
          <a:prstGeom prst="roundRect">
            <a:avLst>
              <a:gd name="adj" fmla="val 2581"/>
            </a:avLst>
          </a:prstGeom>
          <a:solidFill>
            <a:srgbClr val="1A0F1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080760" y="1188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4A3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设计意图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80760" y="164592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8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用符号牌降低教学成本；用 3 命控制单局 3～8 分钟；用 AI 补位保证随时可开桌；用「只验本手」让规则干净、状态机好写。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1480" y="48280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谎馆 LiarBar  ·  华为高校创新赛 · 应用创新  ·  完整项目方案介绍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80960" y="48280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怎么玩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核心循环与关键规则选择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115568" cy="868680"/>
          </a:xfrm>
          <a:prstGeom prst="roundRect">
            <a:avLst>
              <a:gd name="adj" fmla="val 8421"/>
            </a:avLst>
          </a:prstGeom>
          <a:solidFill>
            <a:srgbClr val="2A182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20040" y="128016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F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开桌补位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54480" y="1097280"/>
            <a:ext cx="1115568" cy="868680"/>
          </a:xfrm>
          <a:prstGeom prst="roundRect">
            <a:avLst>
              <a:gd name="adj" fmla="val 8421"/>
            </a:avLst>
          </a:prstGeom>
          <a:solidFill>
            <a:srgbClr val="2A182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554480" y="128016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F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1097280"/>
            <a:ext cx="1115568" cy="868680"/>
          </a:xfrm>
          <a:prstGeom prst="roundRect">
            <a:avLst>
              <a:gd name="adj" fmla="val 8421"/>
            </a:avLst>
          </a:prstGeom>
          <a:solidFill>
            <a:srgbClr val="2A182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788920" y="128016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F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公布宣称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23360" y="1097280"/>
            <a:ext cx="1115568" cy="868680"/>
          </a:xfrm>
          <a:prstGeom prst="roundRect">
            <a:avLst>
              <a:gd name="adj" fmla="val 8421"/>
            </a:avLst>
          </a:prstGeom>
          <a:solidFill>
            <a:srgbClr val="6B1E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023360" y="128016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F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出牌/质疑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57800" y="1097280"/>
            <a:ext cx="1115568" cy="868680"/>
          </a:xfrm>
          <a:prstGeom prst="roundRect">
            <a:avLst>
              <a:gd name="adj" fmla="val 8421"/>
            </a:avLst>
          </a:prstGeom>
          <a:solidFill>
            <a:srgbClr val="6B1E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257800" y="128016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F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翻验结算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1097280"/>
            <a:ext cx="1115568" cy="868680"/>
          </a:xfrm>
          <a:prstGeom prst="roundRect">
            <a:avLst>
              <a:gd name="adj" fmla="val 8421"/>
            </a:avLst>
          </a:prstGeom>
          <a:solidFill>
            <a:srgbClr val="2A182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492240" y="128016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F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扣命出局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26680" y="1097280"/>
            <a:ext cx="1115568" cy="868680"/>
          </a:xfrm>
          <a:prstGeom prst="roundRect">
            <a:avLst>
              <a:gd name="adj" fmla="val 8421"/>
            </a:avLst>
          </a:prstGeom>
          <a:solidFill>
            <a:srgbClr val="2A182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726680" y="128016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F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新一轮/战报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286000"/>
            <a:ext cx="8229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85800" y="2468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写进 GDD 的关键选择（避免后期扯皮）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28803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 本轮第一手只能出牌，不能质疑（没有可验对象）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31546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 质疑只针对上家「刚刚那一手」，不是历史全部出牌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34290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 结算后清空本轮，荷官重新公布宣称（若仍有 ≥2 人存活）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3703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 出局者成为幽灵：可起哄/押面子，不可看他人手牌与出牌内容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39776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 默认「社交桌」：动作与舆论不改变牌真假，保证公平可解释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48280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谎馆 LiarBar  ·  华为高校创新赛 · 应用创新  ·  完整项目方案介绍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80960" y="48280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互动系统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四层互动环：说谎不止两个按钮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目标：把线下最爽的看牌表情、出牌姿态、全桌起哄、质疑对峙系统化；默认不破坏公平。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411480" cy="365760"/>
          </a:xfrm>
          <a:prstGeom prst="roundRect">
            <a:avLst>
              <a:gd name="adj" fmla="val 12500"/>
            </a:avLst>
          </a:prstGeom>
          <a:solidFill>
            <a:srgbClr val="6B1E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5361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牌面操作层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15361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B3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出真 / 出假 / 质疑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15361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规则本体，直接决定胜负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94360" y="2240280"/>
            <a:ext cx="411480" cy="365760"/>
          </a:xfrm>
          <a:prstGeom prst="roundRect">
            <a:avLst>
              <a:gd name="adj" fmla="val 12500"/>
            </a:avLst>
          </a:prstGeom>
          <a:solidFill>
            <a:srgbClr val="6B1E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94360" y="22860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2677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动作暗示层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22677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B3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表情 · 出牌姿态 · 手势暗语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2267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可伪装、可误读的社交语言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94360" y="2971800"/>
            <a:ext cx="411480" cy="365760"/>
          </a:xfrm>
          <a:prstGeom prst="roundRect">
            <a:avLst>
              <a:gd name="adj" fmla="val 12500"/>
            </a:avLst>
          </a:prstGeom>
          <a:solidFill>
            <a:srgbClr val="6B1E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94360" y="3017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29992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社交施压层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83280" y="29992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B3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点名 · 敲桌 · 站队 · 押面子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29992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玩家对玩家，不是人对 UI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5661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594360" y="3703320"/>
            <a:ext cx="411480" cy="365760"/>
          </a:xfrm>
          <a:prstGeom prst="roundRect">
            <a:avLst>
              <a:gd name="adj" fmla="val 12500"/>
            </a:avLst>
          </a:prstGeom>
          <a:solidFill>
            <a:srgbClr val="6B1E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594360" y="3749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37307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系统节奏层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83280" y="37307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B3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倒计时 · 氛围 · 实况窗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26480" y="37307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不靠吼也能制造压迫感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" y="48280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谎馆 LiarBar  ·  华为高校创新赛 · 应用创新  ·  完整项目方案介绍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680960" y="48280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互动系统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两个核心交互：出牌包与质疑三拍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1148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出牌包 Play Bundle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一次出牌 = 选牌 + 方式 + 话术 + 点名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 选 1～3 张；长按看牌并触发防窥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59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 方式 ≥3：轻推 / 甩出 / 犹豫拍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7066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 可选带话：装真、挑衅，或故意沉默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0540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 可点名一人施压（对方强提示）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401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 看牌时可放表情：装惊喜 / 装绝望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 强表演方式有每局次数上限，防刷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406908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8920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质疑三拍（全桌高潮）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2040" y="16916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拍1 指控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质疑者选姿态与台词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207568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拍2 对峙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2075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被质疑者选死撑/破防/反嘲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45973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拍3 翻牌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245973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逐张翻开，旁观可跟节奏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284378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旁观押注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28437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翻牌前短窗押真/假（面子分）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322783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公平边界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63640" y="32278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默认不改「扣谁命」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36118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战报素材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3611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破防瞬间写入局后高光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" y="48280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谎馆 LiarBar  ·  华为高校创新赛 · 应用创新  ·  完整项目方案介绍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680960" y="48280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互动系统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旁观不挂机 · 动作可教 · 看牌要藏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274320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76072" y="1188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非回合参与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6072" y="17373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敲桌催促 / 长按盯人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21214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对某人站队标记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250545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起哄短句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" y="288950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倒计时末段集体催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" y="327355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幽灵出局后仍可起哄押注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" y="36576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每回合动作有次数上限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005840"/>
            <a:ext cx="274320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3456432" y="1188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动作词典（教学）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56432" y="17373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装真：轻推+微笑+点自己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56432" y="21214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装疯：甩出+钓鱼姿态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56432" y="250545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带节奏：敲桌+否标记+起哄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56432" y="288950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死撑：淡定+少说话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56432" y="327355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教程 60 秒必须教会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56432" y="36576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FaceAR 与手动轮盘等价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1005840"/>
            <a:ext cx="274320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336792" y="1188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看牌隐私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36792" y="17373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默认牌背，长按才揭开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36792" y="21214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揭开瞬间绑定系统防窥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36792" y="250545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松手立即收回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36792" y="288950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他人只见表情符号不见牌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36792" y="327355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无摄像头也完整体验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36792" y="36576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静默局可关强表现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48280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谎馆 LiarBar  ·  华为高校创新赛 · 应用创新  ·  完整项目方案介绍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80960" y="48280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AI 方案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 AI：控场、凑局、复盘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融合方式强调「场景化、可控、可解释」——让 AI 解决组织与氛围问题，而不是替代玩家思考或破坏公平。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40080" y="13898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40817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荷官（必须硬）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691640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洗牌发牌、公布宣称、推进回合、超时处理、质疑结算、节点播报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1874520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实现：规则状态机 + 模板播报；LLM 只可润色文案，失败回落模板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2057400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铁律：胜负与真假判定 100% 走规则引擎，禁止 LLM 当裁判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4414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245973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牌友（补位可关）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2743200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人格：怂货（少骗少质疑）/ 老千（中后期爱骗）/ 杠精（爱质疑爱起哄）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2926080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决策：概率表 + 手牌启发式，不追求完美最优，追求像人且会演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3108960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必须会甩出、点名、敲桌、反应表情，保证 1 真人 3 AI 不冷场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4930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351129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读心官（局后）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3794760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统计掺假手数、质疑命中、最大连骗、高光动作事件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34440" y="3977640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输出一页战报 + 一句可读叙事（模板或 LLM）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34440" y="4160520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对局中「直觉提示」默认关闭，避免变成作弊辅助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48280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谎馆 LiarBar  ·  华为高校创新赛 · 应用创新  ·  完整项目方案介绍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680960" y="48280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鸿蒙落地与赛题契合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特性贴着玩法痛点长，而不是贴标签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8321040" cy="384048"/>
          </a:xfrm>
          <a:prstGeom prst="roundRect">
            <a:avLst>
              <a:gd name="adj" fmla="val 19048"/>
            </a:avLst>
          </a:prstGeom>
          <a:solidFill>
            <a:srgbClr val="1A0F1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94360" y="1024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7F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特性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0241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7F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服务的玩法问题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40880" y="1024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7F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417320"/>
            <a:ext cx="832104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94360" y="14904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隐私防窥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1490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看手牌时防侧方偷窥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40880" y="1490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必做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1856232"/>
            <a:ext cx="8321040" cy="402336"/>
          </a:xfrm>
          <a:prstGeom prst="roundRect">
            <a:avLst>
              <a:gd name="adj" fmla="val 18182"/>
            </a:avLst>
          </a:prstGeom>
          <a:solidFill>
            <a:srgbClr val="F0E8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94360" y="19293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实况窗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19293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回合/质疑倒计时，熄屏也可触达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40880" y="1929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必做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295144"/>
            <a:ext cx="832104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94360" y="23682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智能填充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23682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昵称与开桌配置降低建房摩擦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40880" y="23682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必做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2734056"/>
            <a:ext cx="8321040" cy="402336"/>
          </a:xfrm>
          <a:prstGeom prst="roundRect">
            <a:avLst>
              <a:gd name="adj" fmla="val 18182"/>
            </a:avLst>
          </a:prstGeom>
          <a:solidFill>
            <a:srgbClr val="F0E8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94360" y="28072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互动卡片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86000" y="28072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进行中牌桌、再开一局入口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40880" y="28072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增强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" y="3172968"/>
            <a:ext cx="832104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594360" y="3246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沉浸光感 UI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86000" y="3246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酒馆夜感与质疑氛围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40880" y="3246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增强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" y="3611880"/>
            <a:ext cx="8321040" cy="402336"/>
          </a:xfrm>
          <a:prstGeom prst="roundRect">
            <a:avLst>
              <a:gd name="adj" fmla="val 18182"/>
            </a:avLst>
          </a:prstGeom>
          <a:solidFill>
            <a:srgbClr val="F0E8E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594360" y="3685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智感握姿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86000" y="3685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单手快捷区改侧、换手表演点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40880" y="3685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增强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1480" y="48280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谎馆 LiarBar  ·  华为高校创新赛 · 应用创新  ·  完整项目方案介绍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680960" y="48280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范围与技术取舍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 做什么，技术怎么兜住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41148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 功能（首版承诺）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人机快速开桌（1 真人 + 3 AI）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01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完整规则局：宣称/出牌/质疑/胜负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939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长按看牌 + 隐私防窥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3865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出牌包（方式≥3 + 话术/点名）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679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质疑三拍 + 旁观敲桌/站队/押面子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手动表情轮盘（不强制摄像头）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264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实况窗倒计时 + 智能填充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5570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AI 荷官播报 + 局后战报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849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60 秒教学（含动作词典）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960120"/>
            <a:ext cx="406908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技术取舍（务实）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客户端：HarmonyOS + ArkTS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1801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MVP 人机局：规则与 AI 可全本地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0939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荷官：状态机，不把胜负交给 LLM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23865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AI 牌友：概率表 + 启发式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2679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复盘/播报：模板优先，LLM 可选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联网好友房、语音房：后置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3264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页面：首页/等待/对局/战报/设置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35570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配置表驱动数值，避免魔法数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3849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静默局与权限拒绝路径必须可用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48280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谎馆 LiarBar  ·  华为高校创新赛 · 应用创新  ·  完整项目方案介绍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80960" y="48280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1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推进计划与请老师关注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阶段里程碑与当前状态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863840" cy="32004"/>
          </a:xfrm>
          <a:prstGeom prst="rect">
            <a:avLst/>
          </a:prstGeom>
          <a:solidFill>
            <a:srgbClr val="C4A3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60120" y="1298448"/>
            <a:ext cx="274320" cy="274320"/>
          </a:xfrm>
          <a:prstGeom prst="ellipse">
            <a:avLst/>
          </a:prstGeom>
          <a:solidFill>
            <a:srgbClr val="6B1E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文档锁规则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一页纸/PRD/GDD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互动与数值定稿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1298448"/>
            <a:ext cx="274320" cy="274320"/>
          </a:xfrm>
          <a:prstGeom prst="ellipse">
            <a:avLst/>
          </a:prstGeom>
          <a:solidFill>
            <a:srgbClr val="6B1E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148840" y="914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48840" y="1737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可玩规则局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48840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人机完整胜负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状态机跑通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1298448"/>
            <a:ext cx="274320" cy="274320"/>
          </a:xfrm>
          <a:prstGeom prst="ellipse">
            <a:avLst/>
          </a:prstGeom>
          <a:solidFill>
            <a:srgbClr val="6B1E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886200" y="914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86200" y="1737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 P0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86200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出牌包·三拍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旁观站队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1298448"/>
            <a:ext cx="274320" cy="274320"/>
          </a:xfrm>
          <a:prstGeom prst="ellipse">
            <a:avLst/>
          </a:prstGeom>
          <a:solidFill>
            <a:srgbClr val="6B1E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623560" y="914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23560" y="1737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特性接入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23560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防窥·实况窗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战报与填充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909560" y="1298448"/>
            <a:ext cx="274320" cy="274320"/>
          </a:xfrm>
          <a:prstGeom prst="ellipse">
            <a:avLst/>
          </a:prstGeom>
          <a:solidFill>
            <a:srgbClr val="6B1E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360920" y="914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1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60920" y="1737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0F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材料冻结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60920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说明书·视频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答辩叙事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292608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1A0F1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85800" y="31089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4A3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当前进度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" y="3474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8D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1～2 批文档已完成：立项一页纸、PRD 骨架、完整 GDD、互动方案、数值配置；并形成本介绍材料。下一步需人工审核锁定规则后进入研发。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3977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7F1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请老师重点审：规则是否够「小而美」· 互动是否过重 · AI 边界是否稳 · 特性是否够赛题 · 范围是否可在赛期内交付。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" y="48280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谎馆 LiarBar  ·  华为高校创新赛 · 应用创新  ·  完整项目方案介绍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680960" y="48280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4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1357</Words>
  <Application>Microsoft Office PowerPoint</Application>
  <PresentationFormat>全屏显示(16:9)</PresentationFormat>
  <Paragraphs>342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谎馆 - 完整项目创意与方案介绍</dc:title>
  <dc:subject>华为高校创新赛 · 应用创新</dc:subject>
  <dc:creator>谎馆项目组</dc:creator>
  <cp:lastModifiedBy>bin xu</cp:lastModifiedBy>
  <cp:revision>3</cp:revision>
  <dcterms:created xsi:type="dcterms:W3CDTF">2026-07-21T14:11:55Z</dcterms:created>
  <dcterms:modified xsi:type="dcterms:W3CDTF">2026-07-22T00:18:29Z</dcterms:modified>
</cp:coreProperties>
</file>